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A1F"/>
                </a:solidFill>
              </a:defRPr>
            </a:pPr>
            <a:r>
              <a:t>FITPRO PLATFORM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Online Fitness Training Platform</a:t>
            </a:r>
          </a:p>
          <a:p>
            <a:pPr>
              <a:spcAft>
                <a:spcPts val="2800"/>
              </a:spcAft>
              <a:defRPr sz="1800">
                <a:solidFill>
                  <a:srgbClr val="38BDF8"/>
                </a:solidFill>
              </a:defRPr>
            </a:pPr>
            <a:r>
              <a:t>Full-Stack Java Enterprise Web Application (Servlets 4.0, JSP, JSTL, JDBC, MySQL &amp; Embedded H2)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Architecture Overview • OOP Design • Security • Admin Portal • Setup &amp; Git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OVERVIEW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5A1F"/>
                </a:solidFill>
              </a:defRPr>
            </a:pPr>
            <a:r>
              <a:t>What is FitPro?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PLATFORM PURPOSE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 centralized online fitness training platform.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Connects Certified Trainers who publish specialized workout programs with active Members.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Allows Members to enroll in curated programs, log training sessions, and track calories burned.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Provides role-based dashboards tailored for Members and Trainers.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Key Problem Solved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VALUE PROPOSITION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Eliminates workout confusion by providing structured Cardio, Strength, and Yoga regimens.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Automates calorie estimation based on scientifically backed MET (Metabolic Equivalent) formulas.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Provides transparent tracking of member progress and body weight changes.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Centralizes administrative oversight for coaches.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Engineering Standards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SOFTWARE QUALITY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Strict Layered MVC (Model-View-Controller) architecture.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Zero-friction database initialization (MySQL + Embedded H2).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Enterprise security with PBKDF2 password hashing &amp; SQL injection protection.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Comprehensive Object-Oriented design principles (Polymorphism, Inheritance, Interfaces).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TECHNICAL STACK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Technologies &amp; Programming Languages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5A1F"/>
                </a:solidFill>
              </a:defRPr>
            </a:pPr>
            <a:r>
              <a:t>Java 11+ (Backend Core)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PRIMARY LANGUAGE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Java Servlets 4.0: Request controllers, session lifecycle.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JDBC (Java Database Connectivity): PreparedStatement execution.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Java Collections &amp; Streams: Data filtering, aggregations.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Concurrency: ExecutorService thread pool for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JSP &amp; JSTL (Presentation Layer)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TEMPLATE ENGINE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JavaServer Pages 2.3: Dynamic server-side page templates.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JSTL (JSP Standard Tag Library): Secure iteration and conditionals.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Custom Header/Footer Fragments: DRY layout modularity.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Automated XSS Prevention: Strict escaping via &lt;c:out&gt;.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HTML5, CSS3 &amp; JavaScript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FRONTEND UI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Semantic HTML5: Clean structural layout and accessibility.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Modern CSS3: Custom design system, Flexbox, responsive Grids, card shadows, animations.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Vanilla JavaScript: Instant client-side validation.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FontAwesome 6: Vector iconography across navigation &amp;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Database &amp; Build Tools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DATA &amp; INFRASTRUCTURE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SQL (MySQL 8 &amp; H2 ANSI-SQL): Tables, Foreign Keys, cascading.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Embedded H2: Zero-config in-memory/file fallback engine.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Apache Maven 3.9+: Dependency management &amp; WAR packaging.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Apache Tomcat 9: High-performance Servlet container.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SOFTWARE ARCHITECTURE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Layered MVC (Model-View-Controller)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011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Views (JSP)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PRESENTATION TIER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dashboard.jsp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workouts.jsp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admin.jsp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progress.jsp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login.jsp / register.jsp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header.jspf / footer.jspf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Role-conditional UI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Escaped output rendering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4688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737360"/>
            <a:ext cx="2011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5A1F"/>
                </a:solidFill>
              </a:defRPr>
            </a:pPr>
            <a:r>
              <a:t>2. Controllers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SERVLET TIER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DashboardServlet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WorkoutServlet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AdminServlet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ProgressServlet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LoginServlet / RegisterServlet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AuthFilter (Guard /app/*)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AppContextListener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4688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2011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Business Logic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SERVICE TIER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AuthService: Credential hashing &amp; verification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WorkoutService: Program publishing &amp; enrollments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ProgressService: Calorie analytics &amp; session logging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NotificationService: Async background worker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54480"/>
            <a:ext cx="24688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737360"/>
            <a:ext cx="2011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4. Data Access (DAO)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JDBC PERSISTENCE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BaseDAO&lt;T, ID&gt;: Generic interface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UserDAO: Account persistence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WorkoutDAO: Program queries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EnrollmentDAO: Join relations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ProgressDAO: Session entries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DBConnection: Connection pooling &amp;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USER JOURNEY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Member Experience &amp; Enrolled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5A1F"/>
                </a:solidFill>
              </a:defRPr>
            </a:pPr>
            <a:r>
              <a:t>Workout Catalog &amp; Enrollment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PROGRAM DISCOVERY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Browse Programs: Filter by Cardio, Strength, or Yoga.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One-Click Enrollment: Click 'Enroll Now' to subscribe to any program.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Immediate Feedback: Instant enrollment status with green '✓ Enrolled' badge.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Duplicate Prevention: Unique DB constraint prevents duplicate enrollments.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Role Protection: Only Members can enroll; Trainers focus on coaching.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Attractive Personal Dashboard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INTERACTIVE DASHBOARD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My Enrolled Workouts: All previously enrolled workouts appear immediately on the Member Dashboard.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Program Card Details: Displays workout title, duration, coach name, and category badge.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Direct Action Button: Fast 'Log Session' button on each enrolled card.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Metric Widgets: Real-time display of Sessions Logged, Minutes Trained, Calories Burned, and Active Programs.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Visual Analytics: Energy breakdown bar chart and favorite workout spotlight.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MANAGEMENT CAPABILITIES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Trainer &amp; Admin Portal (/app/admin)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Enrolled Members Directory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SUBSCRIBERS OVERSIGHT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Where to find enrolled persons: Open the Admin Portal via navigation or direct URL /app/admin.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Comprehensive Member View: Displays a clean tabular directory of all enrolled persons.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Key Information Tracked: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Member Full Name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Contact Email Address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Enrolled Workout Title &amp; Category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Timestamp of Enrollment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Instant visibility into program popularity and subscriber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5A1F"/>
                </a:solidFill>
              </a:defRPr>
            </a:pPr>
            <a:r>
              <a:t>Admin Management &amp; Metrics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GOVERNANCE &amp; PUBLISHING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Platform Metrics: Instant tally of Total Enrolled Members, Registered Accounts, and Published Programs.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User Directory: Master list of all registered accounts, user IDs, and assigned roles (Member vs Trainer).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Publishing Engine: Trainers can publish new workout routines with custom duration, MET values, and level.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Restricted Access: Non-trainers attempting to access /app/admin are automatically redirected to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DATA TIER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Database Design &amp; How to Access the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Dual-Engine Database Strategy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ARCHITECTURE &amp; TABLES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Active Engine (Default): Embedded H2 Database.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Location: fitpro/data/fitpro_db.mv.db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Zero-Config Auto-Init: Automatically creates tables (users, workouts, enrollments, progress_logs) and sample programs on startup.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MySQL 8 Support: Configured via db.properties. DBConnection automatically detects if MySQL is running on port 3306 or falls back to H2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to Access &amp; Inspect the Database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DATABASE ACCESS GUIDE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Method 1: Direct File Inspection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Database stored in project under data/fitpro_db.mv.db.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Method 2: SQL Client (DBeaver / VS Code / IntelliJ)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JDBC Driver: org.h2.Driver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JDBC URL: jdbc:h2:./data/fitpro_db;MODE=MySQL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User: sa  |  Password: (blank)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Method 3: MySQL 8 CLI / Workbench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Run: mysql -u root -p &lt; database/schema.sql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Configure db.properties with your MySQL password.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CODE QUALITY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Object-Oriented Design (OOP) Principles Applied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5A1F"/>
                </a:solidFill>
              </a:defRPr>
            </a:pPr>
            <a:r>
              <a:t>Inheritance &amp; Abstraction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OOP PRINCIPLE 1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User (abstract base) extended by Member and Trainer subclasses.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Workout (abstract base) extended by CardioWorkout, StrengthWorkout, and YogaWorkout.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Encapsulates domain models cleanly.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Polymorphism &amp; Interfaces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OOP PRINCIPLE 2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CalorieCalculable interface implemented with custom intensity maths per workout type.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Dynamic user greetings resolved polymorphically via getWelcomeMessage().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Workout factory pattern: Workout.of(type).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Generics &amp; Collections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OOP PRINCIPLE 3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Generic BaseDAO&lt;T, ID&gt; for reusable CRUD operations.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Set&lt;Integer&gt; for O(1) enrollment membership checks.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Streams and TreeMaps used for calorie analytics and aggregations.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Multithreading &amp; Exception Safety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CONCURRENCY &amp; RELIABILITY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NotificationService uses an ExecutorService thread pool for background async alerts.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Thread-safe counter synchronization.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Custom checked AppException wraps low-level SQLExceptions gracefully.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SECURITY POSTURE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Enterprise Security &amp; Defensive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5A1F"/>
                </a:solidFill>
              </a:defRPr>
            </a:pPr>
            <a:r>
              <a:t>Password Cryptography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AUTHENTICATION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Never stored in plaintext.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PBKDF2-HMAC-SHA256 algorithm.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Cryptographically secure random salt generated per user.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Constant-time comparison prevents timing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Injection Immunity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DATA DEFENSE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100% Parameterized SQL queries via PreparedStatement.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Completely eliminates SQL Injection vulnerabilities.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JSTL &lt;c:out&gt; escaping on all dynamic JSP output prevents Cross-Site Scripting (XSS).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Session &amp; Access Control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ACCESS CONTROL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AuthFilter intercepts all /app/* requests.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Role-Based Access Control (RBAC) enforced on server.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HttpOnly session cookies.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Session regeneration on login prevents fixation attacks.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DEVELOPER OPERATIONS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Execution, Deployment &amp; Git Version Control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5A1F"/>
                </a:solidFill>
              </a:defRPr>
            </a:pPr>
            <a:r>
              <a:t>How to Run the Application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DEPLOYMENT INSTRUCTIONS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Prerequisites: JDK 11+ and Maven 3.6+ installed.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Build and run command: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mvn package cargo:run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Tomcat 9 downloads and starts automatically on port 8080.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Access URLs: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App Home: http://localhost:8080/fitpro/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Registration: http://localhost:8080/fitpro/register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Dashboard: http://localhost:8080/fitpro/app/dashboard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• Admin Portal: http://localhost:8080/fitpro/app/admin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to Push &amp; Pull Code with Git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GIT WORKFLOW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1. Initialize or check Git status: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 git status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2. Stage all modifications: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 git add 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3. Commit your changes: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 git commit -m "Enhance dashboard, admin portal &amp; spelling fix"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4. Link your remote GitHub repository: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 git remote add origin https://github.com/&lt;user&gt;/fitpro.git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5. Push changes to GitHub: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 git push -u origin main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6. Pull latest updates anytime: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  git pull origin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